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es.blogspot.com/2026/10/como-consultar-una-variedad-que-no.html" TargetMode="External"/><Relationship Id="rId3" Type="http://schemas.openxmlformats.org/officeDocument/2006/relationships/hyperlink" Target="https://bulk-seeds-international.github.io/bulkseedsinternational-es/dateien/minimax-881e66b8bfb6d72208d0882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Cómo consultar una variedad que no figura en el catálogo sin hacer un pedido · Presentation</a:t>
            </a:r>
          </a:p>
        </p:txBody>
      </p:sp>
      <p:sp>
        <p:nvSpPr>
          <p:cNvPr id="3" name="Content Placeholder 2"/>
          <p:cNvSpPr>
            <a:spLocks noGrp="1"/>
          </p:cNvSpPr>
          <p:nvPr>
            <p:ph idx="1"/>
          </p:nvPr>
        </p:nvSpPr>
        <p:spPr/>
        <p:txBody>
          <a:bodyPr/>
          <a:lstStyle/>
          <a:p>
            <a:r>
              <a:t>Consultar la disponibilidad de una variedad de semillas que aún no aparece en el catálogo puede hacerse sin convertir esa solicitud en un pedido. La clave está en distinguir con claridad la fase de consulta de la fase de condiciones acordadas, y en preparar un mensaje que permita revisar la petición de forma rápida. Este documento explica qué pasos seguir, qué información incluir y qué comprobar antes de enviar la consulta, para que la comunicación se entienda como una petición de información y no como una aceptación de suministro.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Consulta y pedido no son lo mismo</a:t>
            </a:r>
          </a:p>
        </p:txBody>
      </p:sp>
      <p:sp>
        <p:nvSpPr>
          <p:cNvPr id="3" name="Content Placeholder 2"/>
          <p:cNvSpPr>
            <a:spLocks noGrp="1"/>
          </p:cNvSpPr>
          <p:nvPr>
            <p:ph idx="1"/>
          </p:nvPr>
        </p:nvSpPr>
        <p:spPr/>
        <p:txBody>
          <a:bodyPr/>
          <a:lstStyle/>
          <a:p>
            <a:pPr>
              <a:defRPr sz="1800"/>
            </a:pPr>
            <a:r>
              <a:t>El punto decisivo para evitar malentendidos es identificar en qué etapa se encuentra la solicitud. Consultar una variedad significa pedir información y revisión; no implica aceptar las condiciones de suministro ni dar por confirmada una compra. Una confirmación automática de recepción solo acredita que el mensaje ha llegado para su revisión: no cierra por sí misma ningún contrato. Por eso conviene redactar el correo dejando explícito que se trata de una consulta sin compromiso y sin afirmaciones de pedido, reserva o pago.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 etapas del proceso</a:t>
            </a:r>
          </a:p>
        </p:txBody>
      </p:sp>
      <p:sp>
        <p:nvSpPr>
          <p:cNvPr id="3" name="Content Placeholder 2"/>
          <p:cNvSpPr>
            <a:spLocks noGrp="1"/>
          </p:cNvSpPr>
          <p:nvPr>
            <p:ph idx="1"/>
          </p:nvPr>
        </p:nvSpPr>
        <p:spPr/>
        <p:txBody>
          <a:bodyPr/>
          <a:lstStyle/>
          <a:p>
            <a:pPr>
              <a:defRPr sz="1800"/>
            </a:pPr>
            <a:r>
              <a:t>La solicitud avanza por fases diferenciadas. En la consulta se pide que se revise la disponibilidad de una variedad que no figura en el catálogo, y puede enviarse por correo sin pasar por la cesta. En la revisión se comprueba la selección y la respuesta debe aclarar si la variedad está disponible y qué formatos se ofrecen. Las condiciones, en cambio, se confirman por separado en el presupuesto: precios finales, gastos de envío, impuestos aplicables, condiciones de pago y modalidades de entrega. Mantener esta separación ayuda a interpretar correctamente cada respuesta que se reciba.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Los tres datos esenciales</a:t>
            </a:r>
          </a:p>
        </p:txBody>
      </p:sp>
      <p:sp>
        <p:nvSpPr>
          <p:cNvPr id="3" name="Content Placeholder 2"/>
          <p:cNvSpPr>
            <a:spLocks noGrp="1"/>
          </p:cNvSpPr>
          <p:nvPr>
            <p:ph idx="1"/>
          </p:nvPr>
        </p:nvSpPr>
        <p:spPr/>
        <p:txBody>
          <a:bodyPr/>
          <a:lstStyle/>
          <a:p>
            <a:pPr>
              <a:defRPr sz="1800"/>
            </a:pPr>
            <a:r>
              <a:t>Para una variedad no listada, la información solicitada se reduce a tres elementos. Primero, el nombre botánico o el nombre exacto de la variedad: conviene evitar sustituirlo por el nombre general de una especie, porque la consulta debe distinguir una referencia concreta. Segundo, la cantidad, indicando también la unidad en la que se expresa, ya que cantidades y unidades deben poder comprobarse antes de enviar la solicitud. Tercero, el destino previsto para la mercancía, un dato que forma parte de la consulta aunque todavía no se hayan confirmado los gastos de envío ni las modalidades de entrega.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esquema de correo fácil de revisar</a:t>
            </a:r>
          </a:p>
        </p:txBody>
      </p:sp>
      <p:sp>
        <p:nvSpPr>
          <p:cNvPr id="3" name="Content Placeholder 2"/>
          <p:cNvSpPr>
            <a:spLocks noGrp="1"/>
          </p:cNvSpPr>
          <p:nvPr>
            <p:ph idx="1"/>
          </p:nvPr>
        </p:nvSpPr>
        <p:spPr/>
        <p:txBody>
          <a:bodyPr/>
          <a:lstStyle/>
          <a:p>
            <a:pPr>
              <a:defRPr sz="1800"/>
            </a:pPr>
            <a:r>
              <a:t>Puede usarse un mensaje breve y ordenado: en el asunto, indicar que se trata de una consulta de disponibilidad con el nombre de la variedad; en el cuerpo, incluir variedad, cantidad, unidad y destino, y solicitar expresamente la comprobación de disponibilidad y formatos disponibles. Cerrar aclarando que la consulta se realiza sin compromiso y que no debe interpretarse como un pedido reduce el riesgo de confusión. Conviene conservar una copia del mensaje y, si se necesita documentación para el envío previsto, pedirla de forma expresa en lugar de darla por supuesta.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Comprobaciones antes de enviar</a:t>
            </a:r>
          </a:p>
        </p:txBody>
      </p:sp>
      <p:sp>
        <p:nvSpPr>
          <p:cNvPr id="3" name="Content Placeholder 2"/>
          <p:cNvSpPr>
            <a:spLocks noGrp="1"/>
          </p:cNvSpPr>
          <p:nvPr>
            <p:ph idx="1"/>
          </p:nvPr>
        </p:nvSpPr>
        <p:spPr/>
        <p:txBody>
          <a:bodyPr/>
          <a:lstStyle/>
          <a:p>
            <a:pPr>
              <a:defRPr sz="1800"/>
            </a:pPr>
            <a:r>
              <a:t>Antes de enviar, verifica que el nombre identifica una variedad concreta y no una categoría general; que la cantidad y su unidad se pueden comprobar sin ambigüedad; que el destino está indicado; que has pedido una revisión de disponibilidad y de formatos; y que el correo no contiene afirmaciones de pedido, reserva o pago. Tampoco conviene presuponer un precio final: los precios de las páginas del catálogo se refieren a sus entradas, mientras que los precios finales se confirman en el presupuesto. Seguir estas comprobaciones evita retrasos y aclaraciones innecesarias.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Correcciones y revisión del presupuesto</a:t>
            </a:r>
          </a:p>
        </p:txBody>
      </p:sp>
      <p:sp>
        <p:nvSpPr>
          <p:cNvPr id="3" name="Content Placeholder 2"/>
          <p:cNvSpPr>
            <a:spLocks noGrp="1"/>
          </p:cNvSpPr>
          <p:nvPr>
            <p:ph idx="1"/>
          </p:nvPr>
        </p:nvSpPr>
        <p:spPr/>
        <p:txBody>
          <a:bodyPr/>
          <a:lstStyle/>
          <a:p>
            <a:pPr>
              <a:defRPr sz="1800"/>
            </a:pPr>
            <a:r>
              <a:t>Si necesitas corregir una consulta ya enviada, contacta indicando su referencia para que pueda localizarse la solicitud existente. Si no se ha podido confirmar la entrega del correo, ponte en contacto con esa referencia antes de reenviarlo, para no crear dos consultas sobre la misma variedad. Cuando llegue el presupuesto, revisa la disponibilidad, el formato, el precio final, los gastos de envío, los impuestos aplicables, las condiciones de pago y las modalidades de entrega. Hasta que las condiciones de suministro se acuerden por separado, la comunicación debe tratarse como una consulta y no como un contrato de compra.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Cómo consultar una variedad que no figura en el catálogo sin hacer un pedido</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