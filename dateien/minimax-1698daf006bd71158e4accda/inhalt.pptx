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ulkseedsinternational-es-985d8a.gitlab.io/pimientos-y-chiles-que-datos-necesito-para-identificar-una-referencia-sin-deducir-dulzor-o-picor/" TargetMode="External"/><Relationship Id="rId3" Type="http://schemas.openxmlformats.org/officeDocument/2006/relationships/hyperlink" Target="https://bulk-seeds-international.github.io/bulkseedsinternational-es/dateien/minimax-1698daf006bd71158e4accda/inhalt.xls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Pimientos y chiles: qué datos necesito para identificar una referencia sin deducir dulzor o picor ·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 comparar referencias de pimiento o chile, el nombre del grupo no basta para saber si una selección es dulce o picante. El catálogo de Semillas de pimiento y chile reúne entradas de Capsicum baccatum y Capsicum chinense. Por eso, una consulta correcta debe separar la identidad botánica de la referencia comercial concreta. Este documento explica qué datos necesita para identificar una referencia sin deducir dulzor o picor, y cómo trasladarlos a una consulta al por mayor.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qué el nombre del grupo no determina el sabor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Los nombres de la categoría son amplios y el grupo incluye denominaciones como Jamaican Bell, Habanero y Biquinho. Un nombre reconocible ayuda a encontrar una ficha, pero no sustituye los demás datos. La categoría no permite deducir dulzor, picor ni un valor Scoville. Por tanto, asociar una referencia con este grupo no equivale a clasificarla como dulce o picante. La diferencia botánica debe conservarse: baccatum y chinense aparecen como especies separadas. Además, Capsicum chinense pertenece a la familia Solanaceae. Esa relación ubica el nombre botánico, mientras que el cultivar y el código identifican la referencia concreta de semillas. El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qué el nombre del grupo no determina el sabor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género Capsicum es más amplio que este grupo, de modo que escribir únicamente Capsicum tampoco concreta la selección.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datos forman una identificación utilizable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Antes de pedir un presupuesto o de modificar un surtido, reúna estos cinco campos: Especie botánica: anote el nombre exacto. Baccatum y chinense son grupos distintos dentro de esta sección y esa diferencia debe quedar visible en la consulta. La especie identifica el grupo, pero no sustituye al cultivar ni al código. Cultivar: copie la denominación exacta de la ficha. Habanero, Biquinho y Jamaican Bell aparecen como nombres del grupo; utilícelos junto con la especie y el resto de la referencia, nunca como sustituto de esos campos. Color: registre el que figura para el artículo. El color forma parte de la comprobación de la referencia y no debe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datos forman una identificación utilizable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 suponerse a partir del nombre de la especie. Código de artículo: copie el código exacto. Es uno de los datos que permiten identificar la referencia concreta de semillas junto con el cultivar. Unidad comercial: indique si la oferta se expresa por peso o por número de semillas, y qué formato se solicita. Son bases de precio distintas y no deben tratarse como equivalentes.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trabajar con una ficha incompleta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 todas las consultas empiezan con una identificación completa. La ausencia de un dato debe tratarse de forma explícita: Si conoce la especie, localice su ficha y complete después el cultivar, el color y el código. Si solo dispone del nombre de una variedad, confirme primero la especie y localice el código; no use el grupo como sustituto. Si no sabe qué especie corresponde, empiece por las fichas de especies y mantenga separados baccatum y chinense. Así, la falta de información queda visible. Un dato pendiente debe resolverse antes de elegir la referencia, no cubrirse con una suposición sobre el sabor.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trasladar los datos a una consulta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Una consulta al por mayor no necesita una etiqueta de sabor para identificar la referencia. Basta con separar las observaciones por campos y no completar las lagunas con suposiciones: Especie: [Capsicum baccatum o Capsicum chinense]; cultivar: [nombre exacto]; color: [color de la ficha]; código de artículo: [código]; unidad comercial: [peso o número de semillas]; cantidad: [cantidad]. Si incluye varias selecciones, repita el bloque para cada una. Así, cada petición conserva su propia identidad y no mezcla nombres de grupo, variedades o unidades.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unidad forma parte de la identificación comercial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 precio indicado por una cantidad de semillas conserva esa unidad y no equivale directamente a un precio por kilogramo. Los precios por peso y por número de semillas tienen bases distintas. Por eso, conviene enviar código, cantidad y unidad de cada selección, y comparar solo referencias expresadas en la misma base. Las cantidades disponibles, los formatos y los precios finales se confirman en el presupuesto.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Lista de control antes de elegir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Antes de incorporar una referencia o solicitar un presupuesto, verifique que: La especie exacta esté identificada, sin limitar el pedido a “Capsicum” o al nombre del grupo. El cultivar, el color y el código de artículo coincidan con la ficha. La unidad y la cantidad sean inequívocas para cada selección. Si el dulzor o el picor es un requisito, conviene expresarlo como tal y no deducirlo del grupo. La especie, el cultivar, el color, el código y la unidad permiten mantener la referencia trazable sin inventar un dato de sabor, picor o Scoville.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hlinkClick r:id="rId2"/>
              </a:rPr>
              <a:t>Pimientos y chiles: qué datos necesito para identificar una referencia sin deducir dulzor o picor</a:t>
            </a:r>
          </a:p>
          <a:p>
            <a:r>
              <a:rPr sz="1800">
                <a:hlinkClick r:id="rId3"/>
              </a:rPr>
              <a:t>Related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